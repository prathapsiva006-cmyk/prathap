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9" r:id="rId1"/>
  </p:sldMasterIdLst>
  <p:notesMasterIdLst>
    <p:notesMasterId r:id="rId9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354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3556000" y="0"/>
            <a:ext cx="8636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127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4489157" y="533400"/>
            <a:ext cx="68072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4472589" y="3539864"/>
            <a:ext cx="6819704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7828299" y="6557946"/>
            <a:ext cx="2669952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8F6BCBE8-30B0-4476-8762-9236B142003A}" type="datetimeFigureOut">
              <a:rPr lang="en-US" smtClean="0"/>
              <a:pPr/>
              <a:t>9/30/2026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3759200" y="6557946"/>
            <a:ext cx="3903629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507845" y="6556248"/>
            <a:ext cx="784448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6BCBE8-30B0-4476-8762-9236B142003A}" type="datetimeFigureOut">
              <a:rPr lang="en-US" smtClean="0"/>
              <a:pPr/>
              <a:t>9/30/2026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2821838"/>
            <a:ext cx="8340651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400" y="1905001"/>
            <a:ext cx="8340651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98984" y="6556810"/>
            <a:ext cx="2669952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6BCBE8-30B0-4476-8762-9236B142003A}" type="datetimeFigureOut">
              <a:rPr lang="en-US" smtClean="0"/>
              <a:pPr/>
              <a:t>9/30/2026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13811" y="6556810"/>
            <a:ext cx="38608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78603" y="6555112"/>
            <a:ext cx="784448" cy="228600"/>
          </a:xfrm>
        </p:spPr>
        <p:txBody>
          <a:bodyPr/>
          <a:lstStyle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6064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69392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1744" y="1600201"/>
            <a:ext cx="469392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6BCBE8-30B0-4476-8762-9236B142003A}" type="datetimeFigureOut">
              <a:rPr lang="en-US" smtClean="0"/>
              <a:pPr/>
              <a:t>9/30/2026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6064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867400"/>
            <a:ext cx="469392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571744" y="5867400"/>
            <a:ext cx="469392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711840"/>
            <a:ext cx="469392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1744" y="1711840"/>
            <a:ext cx="469392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6BCBE8-30B0-4476-8762-9236B142003A}" type="datetimeFigureOut">
              <a:rPr lang="en-US" smtClean="0"/>
              <a:pPr/>
              <a:t>9/30/2026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6064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6BCBE8-30B0-4476-8762-9236B142003A}" type="datetimeFigureOut">
              <a:rPr lang="en-US" smtClean="0"/>
              <a:pPr/>
              <a:t>9/30/2026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6BCBE8-30B0-4476-8762-9236B142003A}" type="datetimeFigureOut">
              <a:rPr lang="en-US" smtClean="0"/>
              <a:pPr/>
              <a:t>9/30/2026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6384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97416"/>
            <a:ext cx="786384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0"/>
            <a:ext cx="9652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6BCBE8-30B0-4476-8762-9236B142003A}" type="datetimeFigureOut">
              <a:rPr lang="en-US" smtClean="0"/>
              <a:pPr/>
              <a:t>9/30/2026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797292" y="1004669"/>
            <a:ext cx="5759369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795609" y="998817"/>
            <a:ext cx="5759369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5464" y="1143000"/>
            <a:ext cx="4572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85464" y="3283634"/>
            <a:ext cx="4572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6BCBE8-30B0-4476-8762-9236B142003A}" type="datetimeFigureOut">
              <a:rPr lang="en-US" smtClean="0"/>
              <a:pPr/>
              <a:t>9/30/2026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884909" y="1041002"/>
            <a:ext cx="560832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6BCBE8-30B0-4476-8762-9236B142003A}" type="datetimeFigureOut">
              <a:rPr lang="en-US" smtClean="0"/>
              <a:pPr/>
              <a:t>9/30/2026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956"/>
            <a:ext cx="2032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57088" y="6557946"/>
            <a:ext cx="2669952" cy="226902"/>
          </a:xfrm>
        </p:spPr>
        <p:txBody>
          <a:bodyPr/>
          <a:lstStyle>
            <a:extLst/>
          </a:lstStyle>
          <a:p>
            <a:fld id="{8F6BCBE8-30B0-4476-8762-9236B142003A}" type="datetimeFigureOut">
              <a:rPr lang="en-US" smtClean="0"/>
              <a:pPr/>
              <a:t>9/30/2026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56248"/>
            <a:ext cx="4876800" cy="228600"/>
          </a:xfrm>
        </p:spPr>
        <p:txBody>
          <a:bodyPr/>
          <a:lstStyle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9328" y="6553200"/>
            <a:ext cx="78444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10871200" y="0"/>
            <a:ext cx="1320800" cy="6858000"/>
          </a:xfrm>
          <a:prstGeom prst="rect">
            <a:avLst/>
          </a:prstGeom>
          <a:blipFill>
            <a:blip r:embed="rId14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2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609600" y="1609416"/>
            <a:ext cx="9652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5661248" y="6557946"/>
            <a:ext cx="2669952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8F6BCBE8-30B0-4476-8762-9236B142003A}" type="datetimeFigureOut">
              <a:rPr lang="en-US" smtClean="0"/>
              <a:pPr/>
              <a:t>9/30/2026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609600" y="6557946"/>
            <a:ext cx="48768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335264" y="6556248"/>
            <a:ext cx="784448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Learning Assistant Powered by Generative AI</a:t>
            </a:r>
            <a:r>
              <a:rPr lang="en-U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04394" y="3401567"/>
            <a:ext cx="6819704" cy="2241351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374150"/>
                </a:solidFill>
              </a:defRPr>
            </a:pPr>
            <a:r>
              <a:rPr lang="en-US" sz="1800" dirty="0" smtClean="0">
                <a:solidFill>
                  <a:schemeClr val="bg1"/>
                </a:solidFill>
              </a:rPr>
              <a:t>Group Leader: Prathap S</a:t>
            </a:r>
          </a:p>
          <a:p>
            <a:pPr algn="ctr">
              <a:spcAft>
                <a:spcPts val="800"/>
              </a:spcAft>
              <a:defRPr sz="2000" b="1">
                <a:solidFill>
                  <a:srgbClr val="374150"/>
                </a:solidFill>
              </a:defRPr>
            </a:pPr>
            <a:r>
              <a:rPr lang="en-US" sz="1800" dirty="0" smtClean="0">
                <a:solidFill>
                  <a:schemeClr val="bg1"/>
                </a:solidFill>
              </a:rPr>
              <a:t>Team Members: Ranjith A</a:t>
            </a:r>
          </a:p>
          <a:p>
            <a:pPr algn="ctr">
              <a:spcAft>
                <a:spcPts val="800"/>
              </a:spcAft>
              <a:defRPr sz="1800" b="0">
                <a:solidFill>
                  <a:srgbClr val="374150"/>
                </a:solidFill>
              </a:defRPr>
            </a:pPr>
            <a:r>
              <a:rPr lang="en-US" sz="1800" dirty="0" smtClean="0">
                <a:solidFill>
                  <a:schemeClr val="bg1"/>
                </a:solidFill>
              </a:rPr>
              <a:t>                 Ruthiran Govindaraj</a:t>
            </a:r>
          </a:p>
          <a:p>
            <a:pPr algn="ctr">
              <a:spcAft>
                <a:spcPts val="800"/>
              </a:spcAft>
              <a:defRPr sz="1800" b="0">
                <a:solidFill>
                  <a:srgbClr val="374150"/>
                </a:solidFill>
              </a:defRPr>
            </a:pPr>
            <a:r>
              <a:rPr lang="en-US" sz="1800" dirty="0" smtClean="0">
                <a:solidFill>
                  <a:schemeClr val="bg1"/>
                </a:solidFill>
              </a:rPr>
              <a:t>                 Saravanavaitheeswaran </a:t>
            </a:r>
          </a:p>
          <a:p>
            <a:pPr algn="ctr">
              <a:spcAft>
                <a:spcPts val="800"/>
              </a:spcAft>
              <a:defRPr sz="1800" b="0">
                <a:solidFill>
                  <a:srgbClr val="374150"/>
                </a:solidFill>
              </a:defRPr>
            </a:pPr>
            <a:r>
              <a:rPr lang="en-US" sz="1800" dirty="0" smtClean="0">
                <a:solidFill>
                  <a:schemeClr val="bg1"/>
                </a:solidFill>
              </a:rPr>
              <a:t>                 Sathyasri S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3730A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291840" cy="329184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EDUGENIE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Education with Google Gemini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  •  EduGenie Project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learners struggle in today's classrooms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0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One-Size-Fits-All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teaching moves at a fixed pace, ignoring individual learning speeds and styles.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0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057400"/>
            <a:ext cx="640080" cy="64008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Support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4290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can't get instant help outside class hours when doubts actually arise.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057400"/>
            <a:ext cx="640080" cy="64008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Learning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4290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textbooks and slides don't adapt or respond to how a student is actually learning.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035040" cy="4572000"/>
          </a:xfrm>
          <a:prstGeom prst="roundRect">
            <a:avLst>
              <a:gd name="adj" fmla="val 2400"/>
            </a:avLst>
          </a:prstGeom>
          <a:solidFill>
            <a:srgbClr val="3730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EduGenie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 is an AI-powered learning assistant built on Google's Gemini models. It understands each student's questions, learning pace, and goals — then responds with personalized explanations, practice, and guidance, available anytime.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397764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38587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personalized doubt-solving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44531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each learner's pace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516636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50474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passive content into active practice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475488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965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6060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generative AI for reasoning, language, and personalized responses.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3657600"/>
            <a:ext cx="4754880" cy="2286000"/>
          </a:xfrm>
          <a:prstGeom prst="roundRect">
            <a:avLst>
              <a:gd name="adj" fmla="val 4800"/>
            </a:avLst>
          </a:prstGeom>
          <a:solidFill>
            <a:srgbClr val="EC48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3886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E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2976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quality, personalized learning accessible to every student, anytime, anywhere.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EduGenie an effective learning partner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Doubt Solving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in natural language and get clear, step-by-step explanations instantly.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Paths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423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content adapts in real time to a student's strengths, gaps, and pace.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Summaries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423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Condenses long chapters, notes, and articles into concise, easy-to-revise summaries.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21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Quizzes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09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quizzes and practice questions to reinforce every topic covered.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21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&amp; Text Support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709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by typing or speaking, making learning more natural and accessible.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06908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21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709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what's mastered and what needs more attention, over time.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student query to personalized guidance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Asks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types or speaks a question, topic, or doubt into EduGenie.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3730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Understands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6118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interprets intent, context, and the student's learning level.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1B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Generated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6118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explanation, summary, or practice set is created instantly.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3730A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Updates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6118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logs the interaction and refines future guidance accordingly.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E1B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Support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Anytime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C48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89120" y="15544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Student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463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E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15544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Content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Pace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EEF0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800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instant, judgment-free help and study at their own pace.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800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time on repetitive doubts and focus on deeper mentoring.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800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learning outcomes and engagement at scale.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EduGenie — learning that understands you.</a:t>
            </a:r>
            <a:endParaRPr lang="en-US" sz="15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443</Words>
  <Application>Microsoft Office PowerPoint</Application>
  <PresentationFormat>Custom</PresentationFormat>
  <Paragraphs>92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Opulent</vt:lpstr>
      <vt:lpstr>An Intelligent Learning Assistant Powered by Generative AI 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Student</cp:lastModifiedBy>
  <cp:revision>5</cp:revision>
  <dcterms:created xsi:type="dcterms:W3CDTF">2026-09-24T09:25:27Z</dcterms:created>
  <dcterms:modified xsi:type="dcterms:W3CDTF">2026-09-30T09:24:54Z</dcterms:modified>
</cp:coreProperties>
</file>